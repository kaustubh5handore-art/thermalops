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-1645920"/>
            <a:ext cx="6400800" cy="6400800"/>
          </a:xfrm>
          <a:prstGeom prst="rect">
            <a:avLst/>
          </a:prstGeom>
        </p:spPr>
      </p:pic>
      <p:pic>
        <p:nvPicPr>
          <p:cNvPr id="3" name="Image 1" descr="assets/glow_h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0" y="384048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FORTYGUARD HACKATHON '26 · COMMERCIAL SUBMISSION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7724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22960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Temperature Intelligence — for the people, freight, and facilities that heat puts at risk.</a:t>
            </a:r>
            <a:endParaRPr lang="en-US" sz="1800" dirty="0"/>
          </a:p>
        </p:txBody>
      </p:sp>
      <p:pic>
        <p:nvPicPr>
          <p:cNvPr id="7" name="Image 2" descr="assets/thermal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3840480" cy="822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the FortyGuard Temperature API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822960" y="4663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Safety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05156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&amp; floor-level crews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434840" y="4663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663440" y="4828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Cold Chain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6344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Fleet, freight &amp; last-mile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4663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275320" y="4828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&amp; facility risk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is already costing three different budgets — and none of them see it coming.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9424"/>
            <a:ext cx="54864" cy="1051560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66160" y="21945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and floor-level crews work through heat stress because supervisors have no real-time, site-specific risk signal — only a generic city forecast, checked manually if at all.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621024"/>
            <a:ext cx="54864" cy="1051560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66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35661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and last-mile freight is routed against static seasonal assumptions, so ambient heat spikes on a specific corridor show up as a spoilage claim after the fact, not a warning before dispatch.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992624"/>
            <a:ext cx="54864" cy="1051560"/>
          </a:xfrm>
          <a:prstGeom prst="rect">
            <a:avLst/>
          </a:prstGeom>
          <a:solidFill>
            <a:srgbClr val="17B9A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9377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49377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teams track internal thermal telemetry closely but treat external ambient heat load as background noise — until it becomes the reason cooling capacity is suddenly tight.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converging market: heat-exposed operations need software, not just data.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9692640" cy="914400"/>
          </a:xfrm>
          <a:prstGeom prst="roundRect">
            <a:avLst>
              <a:gd name="adj" fmla="val 8000"/>
            </a:avLst>
          </a:prstGeom>
          <a:solidFill>
            <a:srgbClr val="161C25"/>
          </a:solidFill>
          <a:ln w="1905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climate-risk &amp; workplace-safety software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4963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heat-exposed enterprise vertical, worldwide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61C25"/>
          </a:solidFill>
          <a:ln w="19050">
            <a:solidFill>
              <a:srgbClr val="17B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044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Heat-exposed enterprise 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5935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safety + logistics + facilities software buyers in hot-climate regions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40690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61C25"/>
          </a:solidFill>
          <a:ln w="19050">
            <a:solidFill>
              <a:srgbClr val="FF5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142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&amp; South Asia industrial + logistics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4690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ThermalOps' Year 1–3 go-to-market focus, riding FortyGuard's existing regional footprint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average heat-stress days, tightening workplace heat regulation in hot-climate regions, and FortyGuard's hyperlocal (2m-resolution) API making site-level accuracy newly affordable for mid-market operators, not just enterprises with private weather contracts.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ThermalOps: the operations layer on top of FortyGuard's temperature data.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raw heat index, forecast, and solar/AQI data into a WBGT-style risk score per site, route, or facility.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breaches automatically to supervisors and dispatchers over WhatsApp, SMS, Slack, or a TMS/WMS webhook.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3154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every threshold, alert, and acknowledgement into an audit trail for compliance, insurance, and ESG reporting.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FortyGuard's NVIDIA-recognized Temperature API — hyperlocal, 2-meter-resolution, forecast up to 12 hours ahead.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Overview — one screen across every vertical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754880"/>
          </a:xfrm>
          <a:prstGeom prst="roundRect">
            <a:avLst>
              <a:gd name="adj" fmla="val 1923"/>
            </a:avLst>
          </a:prstGeom>
          <a:solidFill>
            <a:srgbClr val="1D2530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28800"/>
            <a:ext cx="2377440" cy="4297680"/>
          </a:xfrm>
          <a:prstGeom prst="roundRect">
            <a:avLst>
              <a:gd name="adj" fmla="val 2308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002536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D2530"/>
          </a:solidFill>
          <a:ln w="9525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overview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safety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fleet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25880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thresholds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2588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routing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5239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exports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161C25"/>
          </a:solidFill>
          <a:ln w="9525">
            <a:solidFill>
              <a:srgbClr val="2A3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920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CRITICAL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67328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10912" y="18288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161C25"/>
          </a:solidFill>
          <a:ln w="9525">
            <a:solidFill>
              <a:srgbClr val="2A3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920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ALERTS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64224" y="18288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161C25"/>
          </a:solidFill>
          <a:ln w="9525">
            <a:solidFill>
              <a:srgbClr val="2A3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920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PROTECTED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73952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17536" y="18288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161C25"/>
          </a:solidFill>
          <a:ln w="9525">
            <a:solidFill>
              <a:srgbClr val="2A3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7264" y="1920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HEAT INDEX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27264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38.4°C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2788920"/>
          <a:ext cx="5303520" cy="22860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8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/ 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8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8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Index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8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DXB–WH07 Loading Yard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46.8°C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5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14 — Last Mile North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41.2°C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DC-02 Cooling Zone 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Center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33.5°C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EE8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 Site — Sector 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9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44.1°C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5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5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9189720" y="1828800"/>
            <a:ext cx="2011680" cy="4297680"/>
          </a:xfrm>
          <a:prstGeom prst="roundRect">
            <a:avLst>
              <a:gd name="adj" fmla="val 2727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 FEED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326880" y="233172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D2530"/>
          </a:solidFill>
          <a:ln w="6350">
            <a:solidFill>
              <a:srgbClr val="2A33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18320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threshold breached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418320" y="26974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DXB–WH07 crossed 46°C. Work-pause sent to 18 crew.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326880" y="352044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D2530"/>
          </a:solidFill>
          <a:ln w="6350">
            <a:solidFill>
              <a:srgbClr val="2A334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41832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risk rising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418320" y="3886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14 nearing cold-chain tolerance.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326880" y="470916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D2530"/>
          </a:solidFill>
          <a:ln w="6350">
            <a:solidFill>
              <a:srgbClr val="2A334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0" y="4782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updated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9418320" y="5074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 FortyGuard forecast ingested.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thin, auditable layer on top of the FortyGuard Temperature API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9718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FortyGuard API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87552" y="347472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/v1/env_params — heat index, AQI, solar irradiance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88920" y="3337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44952" y="2743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9544" y="29718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Agent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9544" y="347472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activity status per site / route / facility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10912" y="3337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66944" y="2743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31536" y="29718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31536" y="347472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WBGT-style scoring, configurable per vertical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32904" y="3337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88936" y="2743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53528" y="29718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Routing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53528" y="347472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SMS, Slack, TMS/WMS webhooks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54896" y="3337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10928" y="2743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0" y="29718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Log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75520" y="347472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record for audits &amp; ESG reporting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Judging-rubric alignment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Relevance (40%)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50109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revenue-adjacent verticals, each with a measurable pilot metric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5330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Execution (35%)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53309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FortyGuard API integration, polling agent, alert routing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650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(15%)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56509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Cross-vertical risk engine, not a single-use-case wrapper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971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(10%)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59710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site, live demo, market deck, and video walkthrough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Per-site subscription, priced like an operations tool — not a data feed.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/site/mo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Single-vertical pilots, up to 5 sites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 vertical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Hourly risk scoring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WhatsApp + SMS alerts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161C25"/>
          </a:solidFill>
          <a:ln w="22225">
            <a:solidFill>
              <a:srgbClr val="17B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423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</a:t>
            </a:r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/site/mo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Multi-vertical portfolios, 5–200 sites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3 verticals unified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Sub-hourly + 12h forecast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TMS/WMS/Slack webhooks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Audit-grade reporting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161C25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423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sites, government &amp; multi-country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regulation packs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2104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Private deployment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SLA-backed delivery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PILOT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vertical moves, measured the way that vertical already measures itself.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heat-incident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safety pilot cohort, work-pause automation vs. manual checks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4.2×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spoilage-risk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Route-level scoring vs. static seasonal thresholds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1C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18–72h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124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cooling-stress warning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heat-load forecast layered onto internal DC telemetry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figures are modeled from FortyGuard trial-cohort data and public occupational-heat research; validated pilot numbers will replace these as live customer deployments complete.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build to Gulf-region pilot in three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7B9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6040" y="2057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on FortyGuard's live API — portfolio dashboard, WhatsApp alert routing, 3 verticals modeled.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B2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2926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paid pilot with one logistics or industrial operator per vertical; replace modeled metrics with real 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threshold packs (regulatory work-rest rules), TMS/WMS integrations, and FortyGuard co-sell motion.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FortyGuard for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trial credits across the pilot period, an intro to one logistics or industrial FortyGuard customer for a design partnership, and feedback from the FortyGuard team on regional threshold accuracy.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400800" cy="6400800"/>
          </a:xfrm>
          <a:prstGeom prst="rect">
            <a:avLst/>
          </a:prstGeom>
        </p:spPr>
      </p:pic>
      <p:pic>
        <p:nvPicPr>
          <p:cNvPr id="3" name="Image 1" descr="assets/glow_h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77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is a business risk.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822960" y="3063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E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ThermalOps manages it like one.</a:t>
            </a:r>
            <a:endParaRPr lang="en-US" sz="3600" dirty="0"/>
          </a:p>
        </p:txBody>
      </p:sp>
      <p:pic>
        <p:nvPicPr>
          <p:cNvPr id="6" name="Image 2" descr="assets/thermal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840480" cy="822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FortyGuard Temperature API  ·  FortyGuard Hackathon '26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github.com/&lt;team&gt;/thermalops   ·   linkedin.com/in/&lt;you&gt;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2026-08-25T05:51:55Z</dcterms:created>
  <dcterms:modified xsi:type="dcterms:W3CDTF">2026-08-25T05:51:55Z</dcterms:modified>
</cp:coreProperties>
</file>